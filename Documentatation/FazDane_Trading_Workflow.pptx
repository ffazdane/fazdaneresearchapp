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4179C5-587A-42D5-895F-B5EB28E5170F}" v="1" dt="2026-05-25T00:39:19.0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54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zal Fazdane" userId="5c21df1e065ae0e7" providerId="LiveId" clId="{64CD6EA3-ECC1-4693-9502-BB42F4A1B23C}"/>
    <pc:docChg chg="undo custSel modSld">
      <pc:chgData name="Fazal Fazdane" userId="5c21df1e065ae0e7" providerId="LiveId" clId="{64CD6EA3-ECC1-4693-9502-BB42F4A1B23C}" dt="2026-05-25T00:40:35.544" v="92" actId="1076"/>
      <pc:docMkLst>
        <pc:docMk/>
      </pc:docMkLst>
      <pc:sldChg chg="delSp modSp mod">
        <pc:chgData name="Fazal Fazdane" userId="5c21df1e065ae0e7" providerId="LiveId" clId="{64CD6EA3-ECC1-4693-9502-BB42F4A1B23C}" dt="2026-05-25T00:40:10.287" v="91" actId="255"/>
        <pc:sldMkLst>
          <pc:docMk/>
          <pc:sldMk cId="0" sldId="256"/>
        </pc:sldMkLst>
        <pc:spChg chg="del mod">
          <ac:chgData name="Fazal Fazdane" userId="5c21df1e065ae0e7" providerId="LiveId" clId="{64CD6EA3-ECC1-4693-9502-BB42F4A1B23C}" dt="2026-05-25T00:38:17.787" v="65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39:49.704" v="87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40:10.287" v="91" actId="255"/>
          <ac:spMkLst>
            <pc:docMk/>
            <pc:sldMk cId="0" sldId="256"/>
            <ac:spMk id="5" creationId="{00000000-0000-0000-0000-000000000000}"/>
          </ac:spMkLst>
        </pc:spChg>
        <pc:picChg chg="mod">
          <ac:chgData name="Fazal Fazdane" userId="5c21df1e065ae0e7" providerId="LiveId" clId="{64CD6EA3-ECC1-4693-9502-BB42F4A1B23C}" dt="2026-05-25T00:39:59.655" v="90" actId="1076"/>
          <ac:picMkLst>
            <pc:docMk/>
            <pc:sldMk cId="0" sldId="256"/>
            <ac:picMk id="3" creationId="{00000000-0000-0000-0000-000000000000}"/>
          </ac:picMkLst>
        </pc:picChg>
      </pc:sldChg>
      <pc:sldChg chg="modSp mod">
        <pc:chgData name="Fazal Fazdane" userId="5c21df1e065ae0e7" providerId="LiveId" clId="{64CD6EA3-ECC1-4693-9502-BB42F4A1B23C}" dt="2026-05-25T00:40:35.544" v="92" actId="1076"/>
        <pc:sldMkLst>
          <pc:docMk/>
          <pc:sldMk cId="0" sldId="257"/>
        </pc:sldMkLst>
        <pc:spChg chg="mod">
          <ac:chgData name="Fazal Fazdane" userId="5c21df1e065ae0e7" providerId="LiveId" clId="{64CD6EA3-ECC1-4693-9502-BB42F4A1B23C}" dt="2026-05-25T00:25:57.217" v="0" actId="255"/>
          <ac:spMkLst>
            <pc:docMk/>
            <pc:sldMk cId="0" sldId="257"/>
            <ac:spMk id="3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40:35.544" v="92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40:35.544" v="92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40:35.544" v="92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40:35.544" v="92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40:35.544" v="92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40:35.544" v="92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40:35.544" v="92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40:35.544" v="92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40:35.544" v="92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40:35.544" v="92" actId="1076"/>
          <ac:spMkLst>
            <pc:docMk/>
            <pc:sldMk cId="0" sldId="257"/>
            <ac:spMk id="23" creationId="{00000000-0000-0000-0000-000000000000}"/>
          </ac:spMkLst>
        </pc:spChg>
      </pc:sldChg>
      <pc:sldChg chg="modSp mod">
        <pc:chgData name="Fazal Fazdane" userId="5c21df1e065ae0e7" providerId="LiveId" clId="{64CD6EA3-ECC1-4693-9502-BB42F4A1B23C}" dt="2026-05-25T00:26:46.878" v="1" actId="255"/>
        <pc:sldMkLst>
          <pc:docMk/>
          <pc:sldMk cId="0" sldId="258"/>
        </pc:sldMkLst>
        <pc:spChg chg="mod">
          <ac:chgData name="Fazal Fazdane" userId="5c21df1e065ae0e7" providerId="LiveId" clId="{64CD6EA3-ECC1-4693-9502-BB42F4A1B23C}" dt="2026-05-25T00:26:46.878" v="1" actId="255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Fazal Fazdane" userId="5c21df1e065ae0e7" providerId="LiveId" clId="{64CD6EA3-ECC1-4693-9502-BB42F4A1B23C}" dt="2026-05-25T00:27:26.790" v="2" actId="255"/>
        <pc:sldMkLst>
          <pc:docMk/>
          <pc:sldMk cId="0" sldId="259"/>
        </pc:sldMkLst>
        <pc:spChg chg="mod">
          <ac:chgData name="Fazal Fazdane" userId="5c21df1e065ae0e7" providerId="LiveId" clId="{64CD6EA3-ECC1-4693-9502-BB42F4A1B23C}" dt="2026-05-25T00:27:26.790" v="2" actId="255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Fazal Fazdane" userId="5c21df1e065ae0e7" providerId="LiveId" clId="{64CD6EA3-ECC1-4693-9502-BB42F4A1B23C}" dt="2026-05-25T00:28:04.897" v="3" actId="255"/>
        <pc:sldMkLst>
          <pc:docMk/>
          <pc:sldMk cId="0" sldId="260"/>
        </pc:sldMkLst>
        <pc:spChg chg="mod">
          <ac:chgData name="Fazal Fazdane" userId="5c21df1e065ae0e7" providerId="LiveId" clId="{64CD6EA3-ECC1-4693-9502-BB42F4A1B23C}" dt="2026-05-25T00:28:04.897" v="3" actId="255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Fazal Fazdane" userId="5c21df1e065ae0e7" providerId="LiveId" clId="{64CD6EA3-ECC1-4693-9502-BB42F4A1B23C}" dt="2026-05-25T00:28:48.549" v="4" actId="255"/>
        <pc:sldMkLst>
          <pc:docMk/>
          <pc:sldMk cId="0" sldId="261"/>
        </pc:sldMkLst>
        <pc:spChg chg="mod">
          <ac:chgData name="Fazal Fazdane" userId="5c21df1e065ae0e7" providerId="LiveId" clId="{64CD6EA3-ECC1-4693-9502-BB42F4A1B23C}" dt="2026-05-25T00:28:48.549" v="4" actId="255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Fazal Fazdane" userId="5c21df1e065ae0e7" providerId="LiveId" clId="{64CD6EA3-ECC1-4693-9502-BB42F4A1B23C}" dt="2026-05-25T00:29:30.419" v="5" actId="255"/>
        <pc:sldMkLst>
          <pc:docMk/>
          <pc:sldMk cId="0" sldId="262"/>
        </pc:sldMkLst>
        <pc:spChg chg="mod">
          <ac:chgData name="Fazal Fazdane" userId="5c21df1e065ae0e7" providerId="LiveId" clId="{64CD6EA3-ECC1-4693-9502-BB42F4A1B23C}" dt="2026-05-25T00:29:30.419" v="5" actId="255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Fazal Fazdane" userId="5c21df1e065ae0e7" providerId="LiveId" clId="{64CD6EA3-ECC1-4693-9502-BB42F4A1B23C}" dt="2026-05-25T00:37:14.964" v="61" actId="1076"/>
        <pc:sldMkLst>
          <pc:docMk/>
          <pc:sldMk cId="0" sldId="263"/>
        </pc:sldMkLst>
        <pc:spChg chg="mod">
          <ac:chgData name="Fazal Fazdane" userId="5c21df1e065ae0e7" providerId="LiveId" clId="{64CD6EA3-ECC1-4693-9502-BB42F4A1B23C}" dt="2026-05-25T00:29:57.118" v="6" actId="255"/>
          <ac:spMkLst>
            <pc:docMk/>
            <pc:sldMk cId="0" sldId="263"/>
            <ac:spMk id="3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37:07.819" v="59" actId="14100"/>
          <ac:spMkLst>
            <pc:docMk/>
            <pc:sldMk cId="0" sldId="263"/>
            <ac:spMk id="7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37:02.821" v="58" actId="1410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37:11.913" v="60" actId="107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32:52.195" v="19" actId="107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34:25.014" v="35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34:27.583" v="36" actId="107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37:14.964" v="61" actId="107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35:01.642" v="43" actId="107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34:50.190" v="41" actId="1076"/>
          <ac:spMkLst>
            <pc:docMk/>
            <pc:sldMk cId="0" sldId="263"/>
            <ac:spMk id="21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34:44.837" v="40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34:55.425" v="42" actId="107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36:36.144" v="56" actId="107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32:10.808" v="16" actId="14100"/>
          <ac:spMkLst>
            <pc:docMk/>
            <pc:sldMk cId="0" sldId="263"/>
            <ac:spMk id="25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36:45.334" v="57" actId="107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36:22.057" v="54" actId="1076"/>
          <ac:spMkLst>
            <pc:docMk/>
            <pc:sldMk cId="0" sldId="263"/>
            <ac:spMk id="27" creationId="{00000000-0000-0000-0000-000000000000}"/>
          </ac:spMkLst>
        </pc:spChg>
        <pc:spChg chg="mod">
          <ac:chgData name="Fazal Fazdane" userId="5c21df1e065ae0e7" providerId="LiveId" clId="{64CD6EA3-ECC1-4693-9502-BB42F4A1B23C}" dt="2026-05-25T00:36:25.964" v="55" actId="1076"/>
          <ac:spMkLst>
            <pc:docMk/>
            <pc:sldMk cId="0" sldId="263"/>
            <ac:spMk id="28" creationId="{00000000-0000-0000-0000-000000000000}"/>
          </ac:spMkLst>
        </pc:spChg>
      </pc:sldChg>
      <pc:sldChg chg="modSp mod">
        <pc:chgData name="Fazal Fazdane" userId="5c21df1e065ae0e7" providerId="LiveId" clId="{64CD6EA3-ECC1-4693-9502-BB42F4A1B23C}" dt="2026-05-25T00:30:44.493" v="9" actId="255"/>
        <pc:sldMkLst>
          <pc:docMk/>
          <pc:sldMk cId="0" sldId="264"/>
        </pc:sldMkLst>
        <pc:spChg chg="mod">
          <ac:chgData name="Fazal Fazdane" userId="5c21df1e065ae0e7" providerId="LiveId" clId="{64CD6EA3-ECC1-4693-9502-BB42F4A1B23C}" dt="2026-05-25T00:30:44.493" v="9" actId="255"/>
          <ac:spMkLst>
            <pc:docMk/>
            <pc:sldMk cId="0" sldId="264"/>
            <ac:spMk id="3" creationId="{00000000-0000-0000-0000-000000000000}"/>
          </ac:spMkLst>
        </pc:spChg>
        <pc:picChg chg="mod">
          <ac:chgData name="Fazal Fazdane" userId="5c21df1e065ae0e7" providerId="LiveId" clId="{64CD6EA3-ECC1-4693-9502-BB42F4A1B23C}" dt="2026-05-25T00:30:39.499" v="8" actId="14100"/>
          <ac:picMkLst>
            <pc:docMk/>
            <pc:sldMk cId="0" sldId="264"/>
            <ac:picMk id="2" creationId="{00000000-0000-0000-0000-000000000000}"/>
          </ac:picMkLst>
        </pc:picChg>
      </pc:sldChg>
      <pc:sldChg chg="modSp mod">
        <pc:chgData name="Fazal Fazdane" userId="5c21df1e065ae0e7" providerId="LiveId" clId="{64CD6EA3-ECC1-4693-9502-BB42F4A1B23C}" dt="2026-05-25T00:31:31.595" v="13" actId="1076"/>
        <pc:sldMkLst>
          <pc:docMk/>
          <pc:sldMk cId="0" sldId="265"/>
        </pc:sldMkLst>
        <pc:spChg chg="mod">
          <ac:chgData name="Fazal Fazdane" userId="5c21df1e065ae0e7" providerId="LiveId" clId="{64CD6EA3-ECC1-4693-9502-BB42F4A1B23C}" dt="2026-05-25T00:31:28.582" v="12" actId="255"/>
          <ac:spMkLst>
            <pc:docMk/>
            <pc:sldMk cId="0" sldId="265"/>
            <ac:spMk id="3" creationId="{00000000-0000-0000-0000-000000000000}"/>
          </ac:spMkLst>
        </pc:spChg>
        <pc:picChg chg="mod">
          <ac:chgData name="Fazal Fazdane" userId="5c21df1e065ae0e7" providerId="LiveId" clId="{64CD6EA3-ECC1-4693-9502-BB42F4A1B23C}" dt="2026-05-25T00:31:31.595" v="13" actId="1076"/>
          <ac:picMkLst>
            <pc:docMk/>
            <pc:sldMk cId="0" sldId="265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697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517" y="299465"/>
            <a:ext cx="2388966" cy="11944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1595" y="202311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FazDane Analytics</a:t>
            </a:r>
          </a:p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 &amp; Trading Intelligence Platform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Process Flow &amp; Module Architecture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4526280"/>
            <a:ext cx="2743200" cy="73152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Intelligence Platform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Workflow - 5 Core Phases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28600"/>
            <a:ext cx="548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1097280"/>
            <a:ext cx="1645920" cy="2103120"/>
          </a:xfrm>
          <a:prstGeom prst="roundRect">
            <a:avLst/>
          </a:prstGeom>
          <a:solidFill>
            <a:srgbClr val="003D7A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82880" y="1280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74320" y="18745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Sector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Analysis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874520" y="2148840"/>
            <a:ext cx="320040" cy="320040"/>
          </a:xfrm>
          <a:prstGeom prst="rightArrow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965960" y="1097280"/>
            <a:ext cx="1645920" cy="2103120"/>
          </a:xfrm>
          <a:prstGeom prst="roundRect">
            <a:avLst/>
          </a:prstGeom>
          <a:solidFill>
            <a:srgbClr val="00BCD4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965960" y="1280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2057400" y="18745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 Scanning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Discovery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0" y="2148840"/>
            <a:ext cx="320040" cy="320040"/>
          </a:xfrm>
          <a:prstGeom prst="rightArrow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749040" y="1097280"/>
            <a:ext cx="1645920" cy="2103120"/>
          </a:xfrm>
          <a:prstGeom prst="roundRect">
            <a:avLst/>
          </a:prstGeom>
          <a:solidFill>
            <a:srgbClr val="7CB34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749040" y="1280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3840480" y="18745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 Analysis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Mechanics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40680" y="2148840"/>
            <a:ext cx="320040" cy="320040"/>
          </a:xfrm>
          <a:prstGeom prst="rightArrow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532120" y="1097280"/>
            <a:ext cx="1645920" cy="2103120"/>
          </a:xfrm>
          <a:prstGeom prst="roundRect">
            <a:avLst/>
          </a:prstGeom>
          <a:solidFill>
            <a:srgbClr val="E57373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532120" y="1280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5623560" y="18745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Setup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Execution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223760" y="2148840"/>
            <a:ext cx="320040" cy="320040"/>
          </a:xfrm>
          <a:prstGeom prst="rightArrow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315200" y="1097280"/>
            <a:ext cx="1645920" cy="2103120"/>
          </a:xfrm>
          <a:prstGeom prst="roundRect">
            <a:avLst/>
          </a:prstGeom>
          <a:solidFill>
            <a:srgbClr val="FFA72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315200" y="1280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7406640" y="18745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Risk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0080" y="36118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flows through each phase sequentially, with feedback loops for continuous risk management and model refinement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Market &amp; Sector Regime Analysis (Top-Down)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28600"/>
            <a:ext cx="548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005840"/>
            <a:ext cx="8046720" cy="8229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3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0789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Market Breadth Dashboard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0" y="10789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NYSE/Nasdaq indices, McClellan Oscillator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8046720" cy="8229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3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2039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Sector Rotation Monitor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0" y="20391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SPDR sectors - institutional capital flow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8046720" cy="8229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3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29992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Market Structure Heatmap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114800" y="29992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Mega-cap leaders vs. laggards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886200"/>
            <a:ext cx="8046720" cy="8229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3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39593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Bradley Siderograph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114800" y="39593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Cyclical turning points &amp; trend reversals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Output: Market regime identified, sector rotation mapped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Ticker Scanning &amp; Discovery (Filtering)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28600"/>
            <a:ext cx="548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005840"/>
            <a:ext cx="80467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Option Search Universe Engine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38912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7, Premium Selling lists - IV rank, liquidity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80467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Calendar &amp; Seasonality Analysis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89120" y="2331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Monthly/weekly bullish/bearish trends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474720"/>
            <a:ext cx="80467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Earnings Calendar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89120" y="3566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out binary announcement risks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Output: Filtered list of candidate tickers for deep analysis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Ticker Analysis &amp; Mechanics (Deep-Dive)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28600"/>
            <a:ext cx="548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005840"/>
            <a:ext cx="8046720" cy="7772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Volatility Strategy Engine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4048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Spot, ATM IV, HV, term structure, skew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8046720" cy="7772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Gamma Flip Line Module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zero-gamma flip analysis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743200"/>
            <a:ext cx="8046720" cy="7772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🌊 Elliott Wave Analysis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84048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Impulse waves (1-5) &amp; corrective (A-C) phases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611880"/>
            <a:ext cx="8046720" cy="7772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3657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Correlation Matrix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84048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 with core holdings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Output: Quantified metrics &amp; technical setup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Opportunity Setup &amp; Execution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28600"/>
            <a:ext cx="548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005840"/>
            <a:ext cx="8046720" cy="7772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Strategy Recommendation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4048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 Condor, Avoid Selling, etc.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8046720" cy="7772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Iron Condor Analyzer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POP, credits, break-evens, margin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743200"/>
            <a:ext cx="8046720" cy="7772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💧 Options Liquidity Discovery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84048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Bid-ask spreads, volume, open interest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611880"/>
            <a:ext cx="8046720" cy="7772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3657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ES Pivot Analysis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84048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Support/resistance (R1-R3, S1-S3)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Output: Trade setup parameters &amp; execution ready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Portfolio Risk &amp; Performance Monitoring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28600"/>
            <a:ext cx="548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80467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Portfolio Risk Management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389120" y="1463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Beta-weighted delta, theta decay, sector concentration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80467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Portfolio Performance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89120" y="2788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curves, win ratios, performance metrics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Output: Risk-adjusted performance tracking &amp;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D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Trading Workflow - Integration View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28600"/>
            <a:ext cx="548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005840"/>
            <a:ext cx="1463040" cy="822960"/>
          </a:xfrm>
          <a:prstGeom prst="rect">
            <a:avLst/>
          </a:prstGeom>
          <a:solidFill>
            <a:srgbClr val="003D7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143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234440" y="1874520"/>
            <a:ext cx="274320" cy="205740"/>
          </a:xfrm>
          <a:prstGeom prst="downArrow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56032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Modules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103120"/>
            <a:ext cx="1463040" cy="822960"/>
          </a:xfrm>
          <a:prstGeom prst="rect">
            <a:avLst/>
          </a:prstGeom>
          <a:solidFill>
            <a:srgbClr val="00BCD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2240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234440" y="2971800"/>
            <a:ext cx="274320" cy="214863"/>
          </a:xfrm>
          <a:prstGeom prst="downArrow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56032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Modules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3200400"/>
            <a:ext cx="1463040" cy="822960"/>
          </a:xfrm>
          <a:prstGeom prst="rect">
            <a:avLst/>
          </a:prstGeom>
          <a:solidFill>
            <a:srgbClr val="7CB34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3337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 Analysis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 rot="16200000">
            <a:off x="2258955" y="3474719"/>
            <a:ext cx="274320" cy="228600"/>
          </a:xfrm>
          <a:prstGeom prst="downArrow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30259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Modules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558710" y="3186663"/>
            <a:ext cx="1463040" cy="822960"/>
          </a:xfrm>
          <a:prstGeom prst="rect">
            <a:avLst/>
          </a:prstGeom>
          <a:solidFill>
            <a:srgbClr val="E5737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550983" y="3314699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 rot="16200000">
            <a:off x="4123386" y="3451860"/>
            <a:ext cx="274320" cy="228600"/>
          </a:xfrm>
          <a:prstGeom prst="downArrow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783286" y="4137659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Modules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499342" y="3134288"/>
            <a:ext cx="1463040" cy="822960"/>
          </a:xfrm>
          <a:prstGeom prst="rect">
            <a:avLst/>
          </a:prstGeom>
          <a:solidFill>
            <a:srgbClr val="FFA72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499342" y="32645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736313" y="41115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Modules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364310" y="943055"/>
            <a:ext cx="2339662" cy="3429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581104" y="1188720"/>
            <a:ext cx="1922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563932" y="1429448"/>
            <a:ext cx="21228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monitoring feeds back to discovery &amp; analysis phases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565113" y="2055254"/>
            <a:ext cx="1922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Data Flows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565113" y="2257452"/>
            <a:ext cx="212286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 regime → Sector opportunities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Tickers → Technical validation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Setups → Risk parameters</a:t>
            </a:r>
            <a:endParaRPr lang="en-US" sz="1000" dirty="0"/>
          </a:p>
          <a:p>
            <a:pPr marL="0" indent="0">
              <a:buNone/>
            </a:pPr>
            <a:endParaRPr lang="en-US" sz="1000" dirty="0">
              <a:solidFill>
                <a:srgbClr val="21212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→ Model refinement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592" y="94016"/>
            <a:ext cx="2097109" cy="10485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Architecture - Key Features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Top-Down Market Analysis: Start with macro regime before ticker selection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Systematic Filtering: 3-phase filtering (scan → analyze → validate)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Quantitative Mechanics: Volatility, gamma, Elliott Wave integration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Risk-Aware Execution: Liquidity, margin, and probability assessments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5029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Continuous Monitoring: Real-time portfolio tracking &amp; feedback loops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5669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17 Integrated Modules: All analysis consolidated in one platform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589" y="298124"/>
            <a:ext cx="22860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9926" y="178993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FazDane Trading Intelligence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Professional Trading Workflow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371600" y="3749040"/>
            <a:ext cx="6400800" cy="73152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 → Discovery → Mechanics → Execution → Monitoring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Trading Platform Powered by FazDane Analytics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524</Words>
  <Application>Microsoft Office PowerPoint</Application>
  <PresentationFormat>On-screen Show (16:9)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Fazal Fazdane</cp:lastModifiedBy>
  <cp:revision>1</cp:revision>
  <dcterms:created xsi:type="dcterms:W3CDTF">2026-05-25T00:23:27Z</dcterms:created>
  <dcterms:modified xsi:type="dcterms:W3CDTF">2026-05-25T00:40:42Z</dcterms:modified>
</cp:coreProperties>
</file>